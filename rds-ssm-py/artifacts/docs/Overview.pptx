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26EA-3197-165D-3A03-F99B22462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5D823-F511-455C-4F9B-CAC0562C8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24E57-4F4D-8DA3-5D51-03180279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64A12-618F-EDAF-F0A6-12D46F84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8A49-7A3B-D13E-0063-AFCA52D6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1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D596-4E1A-03AA-E8D4-2FA616C1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4B61-FE16-65A9-38D3-E22C543D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AC2E7-6603-30F6-F10B-948010A9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901C9-0B61-2AFA-927D-EB745C8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32C91-8813-AD63-5ABC-07415195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75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3F86-DAC6-00D7-65B9-76C85A52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D97AE-269D-2CD4-D9CF-DC4C831E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7A61-DE22-45DC-76B3-74F8FF3D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909BC-E2A6-A202-2420-557902E8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7B9EB-9C96-2A8A-CE39-80101BA5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96EA-CABA-688C-EAC6-B3160AC7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54D3-3969-13BD-D7FF-B3E1F1A7B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59C1E-FF0E-0E5B-4521-8547C081C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8F457-B022-481F-180F-3473519E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D21CB-51D2-72BC-651E-B7E7294B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46DC-806E-C75B-9A19-8DC19D22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F954-2287-298C-A68C-23414F65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F662-B212-54BE-302C-27C568193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82C24-FF13-19F8-B748-FD62709F4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5E94E-C8AB-C070-6C1D-35C70762F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D0391-05E8-8F1D-F43C-8B07073A9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76C70-2838-7983-ED70-D8D10AA6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B029F-5275-D4C3-7955-F2E0693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A98CD-EA70-18BF-8B85-39335FD6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7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09A0-702E-A23F-36ED-239090D8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CE73D-C64B-AAD7-0796-35A3B9B5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4B1EE-C8EE-A4AC-F895-6DEE0292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07566-5D9A-2935-C2DB-D20AE91C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1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63A04-244B-081A-6D71-476A15D7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FF836-4059-C833-BAF6-7DDE9DFD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DC718-A5BD-6480-60D8-EFDB076D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52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38FE-1DA7-4EE6-C292-82FA6555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C827-DDFC-5A05-A8DC-4D1FCEEC6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CCB5A-49D8-7D9C-E254-1155F714F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82DD3-7921-0B89-D53D-003F7283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13582-2B5E-9A0B-CE93-786E708E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710B5-0E22-F9A0-DB2A-25603448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1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C9EC-929E-3D46-3CFC-954FC333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728CC-DEDA-F19B-8D6D-746DB3E1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5CD74-A064-81BA-157C-8939600D8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E005F-1917-0D7A-C389-EC5B38E3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9042E-A0BE-F701-A393-2720062B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55FFC-0E32-700A-F90E-8B5EE51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5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786C-51D7-1E12-37F3-7CBFEB21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8F45A-3027-D69F-0605-4C747C571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DDD0E-9249-812B-48E5-1EDDD1FC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0B7F9-F06D-1FFA-43AF-180D33C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0FEC-1034-95BE-9F85-FCE5127E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F5D3B-9BCC-9821-2672-D6BF8E4DA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1E29B-DEFA-6761-9B76-0A7754BDB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15A4-6E98-F749-A496-84B71EFC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668F1-25A8-C1FE-1AD6-082CA933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4B82-3089-2810-A4AD-3964DF4C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3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35EF5-CB46-2217-C76F-28009B49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BC318-4835-53E6-2826-6D2BE8C36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D747E-0944-BDA0-F434-2B209A2B1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E1A42-0BE0-3D4F-809C-F8C7DE45098D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A028C-2074-374D-19B0-9ED7E859A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94A3A-7070-F2AF-9872-FBEADD006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6ACC5-5759-8A46-BCE7-2B273FB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1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402F63-2E0F-BABB-D0D1-D514C5F74311}"/>
              </a:ext>
            </a:extLst>
          </p:cNvPr>
          <p:cNvSpPr txBox="1"/>
          <p:nvPr/>
        </p:nvSpPr>
        <p:spPr>
          <a:xfrm>
            <a:off x="1714428" y="3257773"/>
            <a:ext cx="135924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Client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9B87D-F4E8-2D9F-8411-8AB247F73D21}"/>
              </a:ext>
            </a:extLst>
          </p:cNvPr>
          <p:cNvSpPr txBox="1"/>
          <p:nvPr/>
        </p:nvSpPr>
        <p:spPr>
          <a:xfrm>
            <a:off x="5663536" y="1440995"/>
            <a:ext cx="249252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AWS SSM Service</a:t>
            </a:r>
          </a:p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Encrypted Relay</a:t>
            </a:r>
          </a:p>
          <a:p>
            <a:pPr algn="ctr"/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608D3-2BF6-7006-FBCA-19EE60B6369B}"/>
              </a:ext>
            </a:extLst>
          </p:cNvPr>
          <p:cNvSpPr txBox="1"/>
          <p:nvPr/>
        </p:nvSpPr>
        <p:spPr>
          <a:xfrm>
            <a:off x="5663536" y="2980775"/>
            <a:ext cx="249252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Bastion EC2</a:t>
            </a:r>
          </a:p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 SSH – Only SSM</a:t>
            </a:r>
          </a:p>
          <a:p>
            <a:pPr algn="ctr"/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DECFB-4209-3A1E-0679-BEBDC4595EEA}"/>
              </a:ext>
            </a:extLst>
          </p:cNvPr>
          <p:cNvSpPr/>
          <p:nvPr/>
        </p:nvSpPr>
        <p:spPr>
          <a:xfrm>
            <a:off x="5442503" y="2753832"/>
            <a:ext cx="2934586" cy="13503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AF253F-5188-4FC2-32CE-4EFF4AC391B3}"/>
              </a:ext>
            </a:extLst>
          </p:cNvPr>
          <p:cNvSpPr txBox="1"/>
          <p:nvPr/>
        </p:nvSpPr>
        <p:spPr>
          <a:xfrm>
            <a:off x="5419871" y="3842557"/>
            <a:ext cx="1480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Public Subnet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9C445-5A9F-B16A-EAE0-AD7DD6087152}"/>
              </a:ext>
            </a:extLst>
          </p:cNvPr>
          <p:cNvSpPr txBox="1"/>
          <p:nvPr/>
        </p:nvSpPr>
        <p:spPr>
          <a:xfrm>
            <a:off x="5663536" y="5037063"/>
            <a:ext cx="2492521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RDS PostgreSQL</a:t>
            </a:r>
          </a:p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Port 5432</a:t>
            </a:r>
          </a:p>
          <a:p>
            <a:pPr algn="ctr"/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99720-8F68-8E83-1B16-3D94CBBCEB84}"/>
              </a:ext>
            </a:extLst>
          </p:cNvPr>
          <p:cNvSpPr/>
          <p:nvPr/>
        </p:nvSpPr>
        <p:spPr>
          <a:xfrm>
            <a:off x="5442503" y="4810120"/>
            <a:ext cx="2934586" cy="13503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F3E55-A93E-82B1-36B1-ADD5435E98B2}"/>
              </a:ext>
            </a:extLst>
          </p:cNvPr>
          <p:cNvSpPr txBox="1"/>
          <p:nvPr/>
        </p:nvSpPr>
        <p:spPr>
          <a:xfrm>
            <a:off x="5426099" y="5898845"/>
            <a:ext cx="1480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Private Subnet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28A67C-3575-6285-8F66-013AFFF83DB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906682" y="3842549"/>
            <a:ext cx="3115" cy="1194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367C77-B912-E74D-F0BB-6C621D2B553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903569" y="2302769"/>
            <a:ext cx="6228" cy="678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BB0C9B-5278-9DC8-0EF6-BE6C6E47879F}"/>
              </a:ext>
            </a:extLst>
          </p:cNvPr>
          <p:cNvSpPr txBox="1"/>
          <p:nvPr/>
        </p:nvSpPr>
        <p:spPr>
          <a:xfrm>
            <a:off x="5442503" y="922260"/>
            <a:ext cx="293458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VPC Endpoints / SSM / SSM Messages / Secrets Manager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17764A-A280-8217-CFDD-D487F3049C3A}"/>
              </a:ext>
            </a:extLst>
          </p:cNvPr>
          <p:cNvSpPr/>
          <p:nvPr/>
        </p:nvSpPr>
        <p:spPr>
          <a:xfrm>
            <a:off x="5295014" y="922260"/>
            <a:ext cx="3227893" cy="537221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C44F9-D4CA-1F9B-E828-3404F5967E0C}"/>
              </a:ext>
            </a:extLst>
          </p:cNvPr>
          <p:cNvSpPr/>
          <p:nvPr/>
        </p:nvSpPr>
        <p:spPr>
          <a:xfrm>
            <a:off x="5149196" y="563526"/>
            <a:ext cx="3548237" cy="5830185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8A2D4D-FE64-2EAC-F4C9-5A2DD2802BC0}"/>
              </a:ext>
            </a:extLst>
          </p:cNvPr>
          <p:cNvSpPr txBox="1"/>
          <p:nvPr/>
        </p:nvSpPr>
        <p:spPr>
          <a:xfrm>
            <a:off x="5433161" y="605529"/>
            <a:ext cx="29345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AWS Cloud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FE1DE5B4-6244-F8BD-551D-30AA108E8F4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073671" y="1871882"/>
            <a:ext cx="2589865" cy="153978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67F217-B157-F3C9-881F-E2988FB5F38E}"/>
              </a:ext>
            </a:extLst>
          </p:cNvPr>
          <p:cNvSpPr txBox="1"/>
          <p:nvPr/>
        </p:nvSpPr>
        <p:spPr>
          <a:xfrm>
            <a:off x="2901310" y="1585929"/>
            <a:ext cx="293458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HTTPS/443</a:t>
            </a:r>
          </a:p>
          <a:p>
            <a:pPr algn="ctr"/>
            <a:r>
              <a:rPr lang="en-U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SSM Session Start</a:t>
            </a:r>
          </a:p>
        </p:txBody>
      </p:sp>
    </p:spTree>
    <p:extLst>
      <p:ext uri="{BB962C8B-B14F-4D97-AF65-F5344CB8AC3E}">
        <p14:creationId xmlns:p14="http://schemas.microsoft.com/office/powerpoint/2010/main" val="196437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Shenoy</dc:creator>
  <cp:lastModifiedBy>Deepak Shenoy</cp:lastModifiedBy>
  <cp:revision>2</cp:revision>
  <dcterms:created xsi:type="dcterms:W3CDTF">2026-05-03T22:33:36Z</dcterms:created>
  <dcterms:modified xsi:type="dcterms:W3CDTF">2026-05-03T22:43:26Z</dcterms:modified>
</cp:coreProperties>
</file>